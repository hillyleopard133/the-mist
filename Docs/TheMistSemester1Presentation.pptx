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62" r:id="rId3"/>
    <p:sldId id="257" r:id="rId4"/>
    <p:sldId id="258" r:id="rId5"/>
    <p:sldId id="261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48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6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496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2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90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374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97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96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63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565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0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783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6811A6C-040C-4C5A-8FF3-63EC6CC40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FC27906-3491-4D48-A4BD-F9C88381A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7279"/>
            <a:ext cx="6095998" cy="2290721"/>
            <a:chOff x="6095998" y="-9073"/>
            <a:chExt cx="6096002" cy="686707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1C35472-1DEA-4BA5-81A5-28525E1D5E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D8634E4-D3C6-4641-9894-E7A37348B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8" y="-9073"/>
              <a:ext cx="6095998" cy="6858002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095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3E9622-1D49-FD55-CBAF-83592F1DF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397275"/>
            <a:ext cx="5230446" cy="3761257"/>
          </a:xfrm>
        </p:spPr>
        <p:txBody>
          <a:bodyPr anchor="ctr">
            <a:normAutofit/>
          </a:bodyPr>
          <a:lstStyle/>
          <a:p>
            <a:r>
              <a:rPr lang="en-IE" dirty="0"/>
              <a:t>The Mist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F9FE2-E101-F683-36EA-4A5A9E3A9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183" y="4846029"/>
            <a:ext cx="5151120" cy="1309004"/>
          </a:xfrm>
        </p:spPr>
        <p:txBody>
          <a:bodyPr anchor="ctr">
            <a:normAutofit/>
          </a:bodyPr>
          <a:lstStyle/>
          <a:p>
            <a:r>
              <a:rPr lang="en-IE" dirty="0"/>
              <a:t>2D RPG with turn-based combat</a:t>
            </a:r>
          </a:p>
        </p:txBody>
      </p:sp>
      <p:pic>
        <p:nvPicPr>
          <p:cNvPr id="6" name="drawing">
            <a:extLst>
              <a:ext uri="{FF2B5EF4-FFF2-40B4-BE49-F238E27FC236}">
                <a16:creationId xmlns:a16="http://schemas.microsoft.com/office/drawing/2014/main" id="{9F8D5C0A-C3A0-04A4-244D-CAE0DD3B3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365" y="152430"/>
            <a:ext cx="4374220" cy="655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037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6955D-75E2-6B09-F648-A9C9D21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70886-5D56-9947-2478-D5E1CD0AD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 dark mist is corrupting the creatures in the area.</a:t>
            </a:r>
          </a:p>
          <a:p>
            <a:r>
              <a:rPr lang="en-IE" dirty="0"/>
              <a:t>The player must find the source of the corruption and defeat the villain.</a:t>
            </a:r>
          </a:p>
        </p:txBody>
      </p:sp>
    </p:spTree>
    <p:extLst>
      <p:ext uri="{BB962C8B-B14F-4D97-AF65-F5344CB8AC3E}">
        <p14:creationId xmlns:p14="http://schemas.microsoft.com/office/powerpoint/2010/main" val="2620625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C8041AD-0A28-47FA-8BFF-56BAAA246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095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4ECAA8-1835-0124-E7E5-B5D290089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3" y="397275"/>
            <a:ext cx="5216531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Core gameplay loop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409BBD1-8A75-44DA-88E2-3A7047032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73946"/>
            <a:ext cx="6095998" cy="228405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57EEA50-86F1-415A-8F6B-829E2272B5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707547F-6B3D-4540-808D-410C9EE34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Content Placeholder 3" descr="A diagram of a game&#10;&#10;AI-generated content may be incorrect.">
            <a:extLst>
              <a:ext uri="{FF2B5EF4-FFF2-40B4-BE49-F238E27FC236}">
                <a16:creationId xmlns:a16="http://schemas.microsoft.com/office/drawing/2014/main" id="{B094CFD1-2D7E-AAEA-7A02-78049DF390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2188" y="397275"/>
            <a:ext cx="3884327" cy="581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50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4C21A-C517-22BD-2D14-A3C2E008F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Procedural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8C925-956F-2DF8-6A33-436988558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Temples are generated using Binary Space partitioning.</a:t>
            </a:r>
          </a:p>
          <a:p>
            <a:r>
              <a:rPr lang="en-IE" dirty="0"/>
              <a:t>Enemies are spawned into rooms.</a:t>
            </a:r>
          </a:p>
          <a:p>
            <a:r>
              <a:rPr lang="en-IE" dirty="0"/>
              <a:t>Temples will have puzzles to solve.</a:t>
            </a:r>
          </a:p>
          <a:p>
            <a:r>
              <a:rPr lang="en-IE" dirty="0"/>
              <a:t>Completing a temple will give the player elemental powers.</a:t>
            </a:r>
          </a:p>
        </p:txBody>
      </p:sp>
    </p:spTree>
    <p:extLst>
      <p:ext uri="{BB962C8B-B14F-4D97-AF65-F5344CB8AC3E}">
        <p14:creationId xmlns:p14="http://schemas.microsoft.com/office/powerpoint/2010/main" val="2981257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24CB0-09B7-454F-4482-AE9095192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Elemental Powers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05174-1D3A-2386-6DA5-5A7775FB1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Fire, ice, wind, etc.</a:t>
            </a:r>
          </a:p>
          <a:p>
            <a:r>
              <a:rPr lang="en-IE" dirty="0"/>
              <a:t>These powers can be used to progress through the world by unlocking new paths such as burning vines or freezing water.</a:t>
            </a:r>
          </a:p>
          <a:p>
            <a:r>
              <a:rPr lang="en-IE" dirty="0"/>
              <a:t>Powers can be used to solve puzzles.</a:t>
            </a:r>
          </a:p>
          <a:p>
            <a:r>
              <a:rPr lang="en-IE" dirty="0"/>
              <a:t>Powers can be used in combat to take advantage of elemental weaknesses.</a:t>
            </a:r>
          </a:p>
        </p:txBody>
      </p:sp>
    </p:spTree>
    <p:extLst>
      <p:ext uri="{BB962C8B-B14F-4D97-AF65-F5344CB8AC3E}">
        <p14:creationId xmlns:p14="http://schemas.microsoft.com/office/powerpoint/2010/main" val="1975433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0A6BF-5BCB-A6CF-ED47-96202DB29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Reactive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6BE54-BFCC-135F-82BC-1207A4FF4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AI will react in the turn based combat based on what the player does.</a:t>
            </a:r>
          </a:p>
          <a:p>
            <a:r>
              <a:rPr lang="en-IE" dirty="0"/>
              <a:t>For example if the enemy has a healing power and has low health it will heal.</a:t>
            </a:r>
          </a:p>
        </p:txBody>
      </p:sp>
    </p:spTree>
    <p:extLst>
      <p:ext uri="{BB962C8B-B14F-4D97-AF65-F5344CB8AC3E}">
        <p14:creationId xmlns:p14="http://schemas.microsoft.com/office/powerpoint/2010/main" val="9128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0422B-CBCE-292B-1DA1-F4375BEC2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Adaptive Music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FF6E1-CBCF-CB71-C49D-FF6976221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Original music that will change harmonies based on what’s happening.</a:t>
            </a:r>
          </a:p>
          <a:p>
            <a:r>
              <a:rPr lang="en-IE" dirty="0"/>
              <a:t>More intense for battles.</a:t>
            </a:r>
          </a:p>
        </p:txBody>
      </p:sp>
    </p:spTree>
    <p:extLst>
      <p:ext uri="{BB962C8B-B14F-4D97-AF65-F5344CB8AC3E}">
        <p14:creationId xmlns:p14="http://schemas.microsoft.com/office/powerpoint/2010/main" val="1860202348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174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Avenir Next LT Pro</vt:lpstr>
      <vt:lpstr>Bahnschrift</vt:lpstr>
      <vt:lpstr>MatrixVTI</vt:lpstr>
      <vt:lpstr>The Mist</vt:lpstr>
      <vt:lpstr>Story</vt:lpstr>
      <vt:lpstr>Core gameplay loop</vt:lpstr>
      <vt:lpstr>Procedural generation</vt:lpstr>
      <vt:lpstr>Elemental Powers</vt:lpstr>
      <vt:lpstr>Reactive AI</vt:lpstr>
      <vt:lpstr>Adaptive Music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(20098883) Brona Keevers</dc:creator>
  <cp:lastModifiedBy>(20098883) Brona Keevers</cp:lastModifiedBy>
  <cp:revision>1</cp:revision>
  <dcterms:created xsi:type="dcterms:W3CDTF">2026-01-07T06:15:30Z</dcterms:created>
  <dcterms:modified xsi:type="dcterms:W3CDTF">2026-01-07T09:40:48Z</dcterms:modified>
</cp:coreProperties>
</file>